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  <p:sldId id="259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60815A-9881-49C7-9AA5-F2D01C217044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A7C937D-B951-4378-B5CD-2B6610175104}">
      <dgm:prSet/>
      <dgm:spPr/>
      <dgm:t>
        <a:bodyPr/>
        <a:lstStyle/>
        <a:p>
          <a:r>
            <a:rPr lang="ja-JP"/>
            <a:t>・</a:t>
          </a:r>
          <a:r>
            <a:rPr lang="en-US"/>
            <a:t>TikTok</a:t>
          </a:r>
          <a:r>
            <a:rPr lang="ja-JP"/>
            <a:t>のような形でラーメンの動画が見れる</a:t>
          </a:r>
          <a:endParaRPr lang="en-US"/>
        </a:p>
      </dgm:t>
    </dgm:pt>
    <dgm:pt modelId="{2265E988-8B7E-4DEC-A0D8-8838120C6B6F}" type="parTrans" cxnId="{E8F2C96E-8959-45F2-AC5E-DCA6C6EF4D39}">
      <dgm:prSet/>
      <dgm:spPr/>
      <dgm:t>
        <a:bodyPr/>
        <a:lstStyle/>
        <a:p>
          <a:endParaRPr lang="en-US"/>
        </a:p>
      </dgm:t>
    </dgm:pt>
    <dgm:pt modelId="{F1242CA9-C115-4EA8-A884-8F7156818ED7}" type="sibTrans" cxnId="{E8F2C96E-8959-45F2-AC5E-DCA6C6EF4D39}">
      <dgm:prSet phldrT="1"/>
      <dgm:spPr/>
      <dgm:t>
        <a:bodyPr/>
        <a:lstStyle/>
        <a:p>
          <a:r>
            <a:rPr lang="en-US"/>
            <a:t>1</a:t>
          </a:r>
        </a:p>
      </dgm:t>
    </dgm:pt>
    <dgm:pt modelId="{A2649880-44BE-4CD0-9A55-9C4A7BD71262}">
      <dgm:prSet/>
      <dgm:spPr/>
      <dgm:t>
        <a:bodyPr/>
        <a:lstStyle/>
        <a:p>
          <a:r>
            <a:rPr lang="ja-JP"/>
            <a:t>・自分のいる場所から近くのラーメン屋のみを探せる（そのラーメン屋の評価や動画を詳細に見れる）</a:t>
          </a:r>
          <a:endParaRPr lang="en-US"/>
        </a:p>
      </dgm:t>
    </dgm:pt>
    <dgm:pt modelId="{A5CBC1C9-4BE8-40B5-B060-E81BEA28DA53}" type="parTrans" cxnId="{62A20DA7-6D54-4E04-B421-660E4A6E6A09}">
      <dgm:prSet/>
      <dgm:spPr/>
      <dgm:t>
        <a:bodyPr/>
        <a:lstStyle/>
        <a:p>
          <a:endParaRPr lang="en-US"/>
        </a:p>
      </dgm:t>
    </dgm:pt>
    <dgm:pt modelId="{5095B751-9F84-4D73-9102-8D66FA9A68C1}" type="sibTrans" cxnId="{62A20DA7-6D54-4E04-B421-660E4A6E6A09}">
      <dgm:prSet phldrT="2"/>
      <dgm:spPr/>
      <dgm:t>
        <a:bodyPr/>
        <a:lstStyle/>
        <a:p>
          <a:r>
            <a:rPr lang="en-US"/>
            <a:t>2</a:t>
          </a:r>
        </a:p>
      </dgm:t>
    </dgm:pt>
    <dgm:pt modelId="{733B13A1-6338-45BD-A245-8CC27AED7FE1}">
      <dgm:prSet/>
      <dgm:spPr/>
      <dgm:t>
        <a:bodyPr/>
        <a:lstStyle/>
        <a:p>
          <a:r>
            <a:rPr lang="ja-JP"/>
            <a:t>・ラーメンや独自で行っている通販やお持ち帰り商品を購入できる</a:t>
          </a:r>
          <a:endParaRPr lang="en-US"/>
        </a:p>
      </dgm:t>
    </dgm:pt>
    <dgm:pt modelId="{FF6F9D51-F256-430B-8635-D9EF786A9E1F}" type="parTrans" cxnId="{D4BB7633-51AE-4575-AC3E-920C8C75726C}">
      <dgm:prSet/>
      <dgm:spPr/>
      <dgm:t>
        <a:bodyPr/>
        <a:lstStyle/>
        <a:p>
          <a:endParaRPr lang="en-US"/>
        </a:p>
      </dgm:t>
    </dgm:pt>
    <dgm:pt modelId="{2B7A7912-DB80-4C47-9213-B9F363C3B5FA}" type="sibTrans" cxnId="{D4BB7633-51AE-4575-AC3E-920C8C75726C}">
      <dgm:prSet phldrT="3"/>
      <dgm:spPr/>
      <dgm:t>
        <a:bodyPr/>
        <a:lstStyle/>
        <a:p>
          <a:r>
            <a:rPr lang="en-US"/>
            <a:t>3</a:t>
          </a:r>
        </a:p>
      </dgm:t>
    </dgm:pt>
    <dgm:pt modelId="{4BA6B55E-C6F3-4621-A418-7836130ACB84}" type="pres">
      <dgm:prSet presAssocID="{4960815A-9881-49C7-9AA5-F2D01C217044}" presName="Name0" presStyleCnt="0">
        <dgm:presLayoutVars>
          <dgm:animLvl val="lvl"/>
          <dgm:resizeHandles val="exact"/>
        </dgm:presLayoutVars>
      </dgm:prSet>
      <dgm:spPr/>
    </dgm:pt>
    <dgm:pt modelId="{3263CD81-4E73-4B1B-9D3D-064B781DD0BB}" type="pres">
      <dgm:prSet presAssocID="{2A7C937D-B951-4378-B5CD-2B6610175104}" presName="compositeNode" presStyleCnt="0">
        <dgm:presLayoutVars>
          <dgm:bulletEnabled val="1"/>
        </dgm:presLayoutVars>
      </dgm:prSet>
      <dgm:spPr/>
    </dgm:pt>
    <dgm:pt modelId="{82FC77A7-F672-4F92-8C5E-3422F7286B4C}" type="pres">
      <dgm:prSet presAssocID="{2A7C937D-B951-4378-B5CD-2B6610175104}" presName="bgRect" presStyleLbl="bgAccFollowNode1" presStyleIdx="0" presStyleCnt="3"/>
      <dgm:spPr/>
    </dgm:pt>
    <dgm:pt modelId="{8C7531EE-F728-4B8C-83ED-2350449D62C9}" type="pres">
      <dgm:prSet presAssocID="{F1242CA9-C115-4EA8-A884-8F7156818ED7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91FEDD44-94AA-4A11-889D-324C4FC329EB}" type="pres">
      <dgm:prSet presAssocID="{2A7C937D-B951-4378-B5CD-2B6610175104}" presName="bottomLine" presStyleLbl="alignNode1" presStyleIdx="1" presStyleCnt="6">
        <dgm:presLayoutVars/>
      </dgm:prSet>
      <dgm:spPr/>
    </dgm:pt>
    <dgm:pt modelId="{C6E4461E-50FD-4153-9FBB-14370DAC2A53}" type="pres">
      <dgm:prSet presAssocID="{2A7C937D-B951-4378-B5CD-2B6610175104}" presName="nodeText" presStyleLbl="bgAccFollowNode1" presStyleIdx="0" presStyleCnt="3">
        <dgm:presLayoutVars>
          <dgm:bulletEnabled val="1"/>
        </dgm:presLayoutVars>
      </dgm:prSet>
      <dgm:spPr/>
    </dgm:pt>
    <dgm:pt modelId="{2D635ECE-4EB3-4A8F-97DA-C84EEB69836B}" type="pres">
      <dgm:prSet presAssocID="{F1242CA9-C115-4EA8-A884-8F7156818ED7}" presName="sibTrans" presStyleCnt="0"/>
      <dgm:spPr/>
    </dgm:pt>
    <dgm:pt modelId="{2DD531F6-F916-43B0-8C6C-FA2472E52D85}" type="pres">
      <dgm:prSet presAssocID="{A2649880-44BE-4CD0-9A55-9C4A7BD71262}" presName="compositeNode" presStyleCnt="0">
        <dgm:presLayoutVars>
          <dgm:bulletEnabled val="1"/>
        </dgm:presLayoutVars>
      </dgm:prSet>
      <dgm:spPr/>
    </dgm:pt>
    <dgm:pt modelId="{D03C2E00-B61F-4E3D-8516-FA1A1744EEB3}" type="pres">
      <dgm:prSet presAssocID="{A2649880-44BE-4CD0-9A55-9C4A7BD71262}" presName="bgRect" presStyleLbl="bgAccFollowNode1" presStyleIdx="1" presStyleCnt="3"/>
      <dgm:spPr/>
    </dgm:pt>
    <dgm:pt modelId="{CF764E69-3ADB-4752-A19A-03CC611B11C4}" type="pres">
      <dgm:prSet presAssocID="{5095B751-9F84-4D73-9102-8D66FA9A68C1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E64E9ACC-55C8-4BAE-A867-C67B4EC1C314}" type="pres">
      <dgm:prSet presAssocID="{A2649880-44BE-4CD0-9A55-9C4A7BD71262}" presName="bottomLine" presStyleLbl="alignNode1" presStyleIdx="3" presStyleCnt="6">
        <dgm:presLayoutVars/>
      </dgm:prSet>
      <dgm:spPr/>
    </dgm:pt>
    <dgm:pt modelId="{B73B3191-0486-4119-945A-990A4E660CD1}" type="pres">
      <dgm:prSet presAssocID="{A2649880-44BE-4CD0-9A55-9C4A7BD71262}" presName="nodeText" presStyleLbl="bgAccFollowNode1" presStyleIdx="1" presStyleCnt="3">
        <dgm:presLayoutVars>
          <dgm:bulletEnabled val="1"/>
        </dgm:presLayoutVars>
      </dgm:prSet>
      <dgm:spPr/>
    </dgm:pt>
    <dgm:pt modelId="{2EDE5313-8966-473B-9562-70D71B8657E5}" type="pres">
      <dgm:prSet presAssocID="{5095B751-9F84-4D73-9102-8D66FA9A68C1}" presName="sibTrans" presStyleCnt="0"/>
      <dgm:spPr/>
    </dgm:pt>
    <dgm:pt modelId="{E223E07C-947F-4884-8AB8-282555FC0114}" type="pres">
      <dgm:prSet presAssocID="{733B13A1-6338-45BD-A245-8CC27AED7FE1}" presName="compositeNode" presStyleCnt="0">
        <dgm:presLayoutVars>
          <dgm:bulletEnabled val="1"/>
        </dgm:presLayoutVars>
      </dgm:prSet>
      <dgm:spPr/>
    </dgm:pt>
    <dgm:pt modelId="{85D6F34E-9BB6-4495-8D7A-6D5C05B7D94B}" type="pres">
      <dgm:prSet presAssocID="{733B13A1-6338-45BD-A245-8CC27AED7FE1}" presName="bgRect" presStyleLbl="bgAccFollowNode1" presStyleIdx="2" presStyleCnt="3"/>
      <dgm:spPr/>
    </dgm:pt>
    <dgm:pt modelId="{F89A172E-48AB-43B8-BDB0-9D76AB9BC4F8}" type="pres">
      <dgm:prSet presAssocID="{2B7A7912-DB80-4C47-9213-B9F363C3B5FA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51081732-D5A1-425F-9056-4D0984230A81}" type="pres">
      <dgm:prSet presAssocID="{733B13A1-6338-45BD-A245-8CC27AED7FE1}" presName="bottomLine" presStyleLbl="alignNode1" presStyleIdx="5" presStyleCnt="6">
        <dgm:presLayoutVars/>
      </dgm:prSet>
      <dgm:spPr/>
    </dgm:pt>
    <dgm:pt modelId="{547413FC-7620-4F84-ACE7-3B9286D8D28A}" type="pres">
      <dgm:prSet presAssocID="{733B13A1-6338-45BD-A245-8CC27AED7FE1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86BD0C21-43D4-431F-8486-3C3402FE4EBF}" type="presOf" srcId="{F1242CA9-C115-4EA8-A884-8F7156818ED7}" destId="{8C7531EE-F728-4B8C-83ED-2350449D62C9}" srcOrd="0" destOrd="0" presId="urn:microsoft.com/office/officeart/2016/7/layout/BasicLinearProcessNumbered"/>
    <dgm:cxn modelId="{2A892233-0849-4AEA-A726-ED13409D47B8}" type="presOf" srcId="{A2649880-44BE-4CD0-9A55-9C4A7BD71262}" destId="{D03C2E00-B61F-4E3D-8516-FA1A1744EEB3}" srcOrd="0" destOrd="0" presId="urn:microsoft.com/office/officeart/2016/7/layout/BasicLinearProcessNumbered"/>
    <dgm:cxn modelId="{D4BB7633-51AE-4575-AC3E-920C8C75726C}" srcId="{4960815A-9881-49C7-9AA5-F2D01C217044}" destId="{733B13A1-6338-45BD-A245-8CC27AED7FE1}" srcOrd="2" destOrd="0" parTransId="{FF6F9D51-F256-430B-8635-D9EF786A9E1F}" sibTransId="{2B7A7912-DB80-4C47-9213-B9F363C3B5FA}"/>
    <dgm:cxn modelId="{E8F2C96E-8959-45F2-AC5E-DCA6C6EF4D39}" srcId="{4960815A-9881-49C7-9AA5-F2D01C217044}" destId="{2A7C937D-B951-4378-B5CD-2B6610175104}" srcOrd="0" destOrd="0" parTransId="{2265E988-8B7E-4DEC-A0D8-8838120C6B6F}" sibTransId="{F1242CA9-C115-4EA8-A884-8F7156818ED7}"/>
    <dgm:cxn modelId="{220E6677-F42A-483E-BDAB-8BF2BCA747A7}" type="presOf" srcId="{2A7C937D-B951-4378-B5CD-2B6610175104}" destId="{C6E4461E-50FD-4153-9FBB-14370DAC2A53}" srcOrd="1" destOrd="0" presId="urn:microsoft.com/office/officeart/2016/7/layout/BasicLinearProcessNumbered"/>
    <dgm:cxn modelId="{04DCE977-9119-4A0F-9EC1-0806E4346077}" type="presOf" srcId="{733B13A1-6338-45BD-A245-8CC27AED7FE1}" destId="{85D6F34E-9BB6-4495-8D7A-6D5C05B7D94B}" srcOrd="0" destOrd="0" presId="urn:microsoft.com/office/officeart/2016/7/layout/BasicLinearProcessNumbered"/>
    <dgm:cxn modelId="{50F24F87-B380-4773-BC8E-3A94BA7E20AC}" type="presOf" srcId="{4960815A-9881-49C7-9AA5-F2D01C217044}" destId="{4BA6B55E-C6F3-4621-A418-7836130ACB84}" srcOrd="0" destOrd="0" presId="urn:microsoft.com/office/officeart/2016/7/layout/BasicLinearProcessNumbered"/>
    <dgm:cxn modelId="{2C32D69E-763F-4149-A361-3E0516FA0137}" type="presOf" srcId="{733B13A1-6338-45BD-A245-8CC27AED7FE1}" destId="{547413FC-7620-4F84-ACE7-3B9286D8D28A}" srcOrd="1" destOrd="0" presId="urn:microsoft.com/office/officeart/2016/7/layout/BasicLinearProcessNumbered"/>
    <dgm:cxn modelId="{BD33D7A6-7164-4469-91E7-E87ECF35712F}" type="presOf" srcId="{2A7C937D-B951-4378-B5CD-2B6610175104}" destId="{82FC77A7-F672-4F92-8C5E-3422F7286B4C}" srcOrd="0" destOrd="0" presId="urn:microsoft.com/office/officeart/2016/7/layout/BasicLinearProcessNumbered"/>
    <dgm:cxn modelId="{62A20DA7-6D54-4E04-B421-660E4A6E6A09}" srcId="{4960815A-9881-49C7-9AA5-F2D01C217044}" destId="{A2649880-44BE-4CD0-9A55-9C4A7BD71262}" srcOrd="1" destOrd="0" parTransId="{A5CBC1C9-4BE8-40B5-B060-E81BEA28DA53}" sibTransId="{5095B751-9F84-4D73-9102-8D66FA9A68C1}"/>
    <dgm:cxn modelId="{4CE93FCE-2D66-4EFE-8297-003D3CC6DD97}" type="presOf" srcId="{A2649880-44BE-4CD0-9A55-9C4A7BD71262}" destId="{B73B3191-0486-4119-945A-990A4E660CD1}" srcOrd="1" destOrd="0" presId="urn:microsoft.com/office/officeart/2016/7/layout/BasicLinearProcessNumbered"/>
    <dgm:cxn modelId="{CB0B45D6-C569-401E-81B0-0EC43308523C}" type="presOf" srcId="{5095B751-9F84-4D73-9102-8D66FA9A68C1}" destId="{CF764E69-3ADB-4752-A19A-03CC611B11C4}" srcOrd="0" destOrd="0" presId="urn:microsoft.com/office/officeart/2016/7/layout/BasicLinearProcessNumbered"/>
    <dgm:cxn modelId="{45CA7EF8-5D56-4887-9459-7B88051FA050}" type="presOf" srcId="{2B7A7912-DB80-4C47-9213-B9F363C3B5FA}" destId="{F89A172E-48AB-43B8-BDB0-9D76AB9BC4F8}" srcOrd="0" destOrd="0" presId="urn:microsoft.com/office/officeart/2016/7/layout/BasicLinearProcessNumbered"/>
    <dgm:cxn modelId="{DA15C584-77BA-432F-BA72-87E285E2B62D}" type="presParOf" srcId="{4BA6B55E-C6F3-4621-A418-7836130ACB84}" destId="{3263CD81-4E73-4B1B-9D3D-064B781DD0BB}" srcOrd="0" destOrd="0" presId="urn:microsoft.com/office/officeart/2016/7/layout/BasicLinearProcessNumbered"/>
    <dgm:cxn modelId="{945F07B8-05E4-4A70-BEFB-220F8A93329E}" type="presParOf" srcId="{3263CD81-4E73-4B1B-9D3D-064B781DD0BB}" destId="{82FC77A7-F672-4F92-8C5E-3422F7286B4C}" srcOrd="0" destOrd="0" presId="urn:microsoft.com/office/officeart/2016/7/layout/BasicLinearProcessNumbered"/>
    <dgm:cxn modelId="{52217051-6257-4668-B958-770946DF4C30}" type="presParOf" srcId="{3263CD81-4E73-4B1B-9D3D-064B781DD0BB}" destId="{8C7531EE-F728-4B8C-83ED-2350449D62C9}" srcOrd="1" destOrd="0" presId="urn:microsoft.com/office/officeart/2016/7/layout/BasicLinearProcessNumbered"/>
    <dgm:cxn modelId="{9CBDDF2A-0E9F-4FAC-9BDE-65CC3A74E242}" type="presParOf" srcId="{3263CD81-4E73-4B1B-9D3D-064B781DD0BB}" destId="{91FEDD44-94AA-4A11-889D-324C4FC329EB}" srcOrd="2" destOrd="0" presId="urn:microsoft.com/office/officeart/2016/7/layout/BasicLinearProcessNumbered"/>
    <dgm:cxn modelId="{0713A19E-9210-4A94-A2C0-355CA8A10719}" type="presParOf" srcId="{3263CD81-4E73-4B1B-9D3D-064B781DD0BB}" destId="{C6E4461E-50FD-4153-9FBB-14370DAC2A53}" srcOrd="3" destOrd="0" presId="urn:microsoft.com/office/officeart/2016/7/layout/BasicLinearProcessNumbered"/>
    <dgm:cxn modelId="{F8606037-B0C9-4917-B63B-D13F629C4966}" type="presParOf" srcId="{4BA6B55E-C6F3-4621-A418-7836130ACB84}" destId="{2D635ECE-4EB3-4A8F-97DA-C84EEB69836B}" srcOrd="1" destOrd="0" presId="urn:microsoft.com/office/officeart/2016/7/layout/BasicLinearProcessNumbered"/>
    <dgm:cxn modelId="{42912E76-A395-4C7B-A779-6E92A2EC9BD3}" type="presParOf" srcId="{4BA6B55E-C6F3-4621-A418-7836130ACB84}" destId="{2DD531F6-F916-43B0-8C6C-FA2472E52D85}" srcOrd="2" destOrd="0" presId="urn:microsoft.com/office/officeart/2016/7/layout/BasicLinearProcessNumbered"/>
    <dgm:cxn modelId="{24E28585-9C06-4C80-A21B-0C62E7FAC717}" type="presParOf" srcId="{2DD531F6-F916-43B0-8C6C-FA2472E52D85}" destId="{D03C2E00-B61F-4E3D-8516-FA1A1744EEB3}" srcOrd="0" destOrd="0" presId="urn:microsoft.com/office/officeart/2016/7/layout/BasicLinearProcessNumbered"/>
    <dgm:cxn modelId="{5E6815D2-BC31-4E9C-BDD9-8ECDEF4EC8E5}" type="presParOf" srcId="{2DD531F6-F916-43B0-8C6C-FA2472E52D85}" destId="{CF764E69-3ADB-4752-A19A-03CC611B11C4}" srcOrd="1" destOrd="0" presId="urn:microsoft.com/office/officeart/2016/7/layout/BasicLinearProcessNumbered"/>
    <dgm:cxn modelId="{58C0E130-D84D-4F15-AD02-AEFAB95EBA8F}" type="presParOf" srcId="{2DD531F6-F916-43B0-8C6C-FA2472E52D85}" destId="{E64E9ACC-55C8-4BAE-A867-C67B4EC1C314}" srcOrd="2" destOrd="0" presId="urn:microsoft.com/office/officeart/2016/7/layout/BasicLinearProcessNumbered"/>
    <dgm:cxn modelId="{0D5ED5E0-E0E3-431C-934A-D68EF7DD78E9}" type="presParOf" srcId="{2DD531F6-F916-43B0-8C6C-FA2472E52D85}" destId="{B73B3191-0486-4119-945A-990A4E660CD1}" srcOrd="3" destOrd="0" presId="urn:microsoft.com/office/officeart/2016/7/layout/BasicLinearProcessNumbered"/>
    <dgm:cxn modelId="{2C4D6EC0-1694-404D-B226-9411DEB627D9}" type="presParOf" srcId="{4BA6B55E-C6F3-4621-A418-7836130ACB84}" destId="{2EDE5313-8966-473B-9562-70D71B8657E5}" srcOrd="3" destOrd="0" presId="urn:microsoft.com/office/officeart/2016/7/layout/BasicLinearProcessNumbered"/>
    <dgm:cxn modelId="{0AED4ABC-F453-47DA-9870-E2B9ED2FBA5F}" type="presParOf" srcId="{4BA6B55E-C6F3-4621-A418-7836130ACB84}" destId="{E223E07C-947F-4884-8AB8-282555FC0114}" srcOrd="4" destOrd="0" presId="urn:microsoft.com/office/officeart/2016/7/layout/BasicLinearProcessNumbered"/>
    <dgm:cxn modelId="{EACA38C9-35BF-40CA-A12C-4EBE6BE4BCF7}" type="presParOf" srcId="{E223E07C-947F-4884-8AB8-282555FC0114}" destId="{85D6F34E-9BB6-4495-8D7A-6D5C05B7D94B}" srcOrd="0" destOrd="0" presId="urn:microsoft.com/office/officeart/2016/7/layout/BasicLinearProcessNumbered"/>
    <dgm:cxn modelId="{D4C30454-49EA-4624-8FA7-B1FCC5AC6BD6}" type="presParOf" srcId="{E223E07C-947F-4884-8AB8-282555FC0114}" destId="{F89A172E-48AB-43B8-BDB0-9D76AB9BC4F8}" srcOrd="1" destOrd="0" presId="urn:microsoft.com/office/officeart/2016/7/layout/BasicLinearProcessNumbered"/>
    <dgm:cxn modelId="{98EB0C41-190A-4BFD-ACB0-375575563AFD}" type="presParOf" srcId="{E223E07C-947F-4884-8AB8-282555FC0114}" destId="{51081732-D5A1-425F-9056-4D0984230A81}" srcOrd="2" destOrd="0" presId="urn:microsoft.com/office/officeart/2016/7/layout/BasicLinearProcessNumbered"/>
    <dgm:cxn modelId="{757FD3B1-C545-4E10-9ED1-A083C82522BD}" type="presParOf" srcId="{E223E07C-947F-4884-8AB8-282555FC0114}" destId="{547413FC-7620-4F84-ACE7-3B9286D8D28A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FC77A7-F672-4F92-8C5E-3422F7286B4C}">
      <dsp:nvSpPr>
        <dsp:cNvPr id="0" name=""/>
        <dsp:cNvSpPr/>
      </dsp:nvSpPr>
      <dsp:spPr>
        <a:xfrm>
          <a:off x="0" y="0"/>
          <a:ext cx="3414946" cy="41928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6243" tIns="330200" rIns="266243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1900" kern="1200"/>
            <a:t>・</a:t>
          </a:r>
          <a:r>
            <a:rPr lang="en-US" sz="1900" kern="1200"/>
            <a:t>TikTok</a:t>
          </a:r>
          <a:r>
            <a:rPr lang="ja-JP" sz="1900" kern="1200"/>
            <a:t>のような形でラーメンの動画が見れる</a:t>
          </a:r>
          <a:endParaRPr lang="en-US" sz="1900" kern="1200"/>
        </a:p>
      </dsp:txBody>
      <dsp:txXfrm>
        <a:off x="0" y="1593265"/>
        <a:ext cx="3414946" cy="2515683"/>
      </dsp:txXfrm>
    </dsp:sp>
    <dsp:sp modelId="{8C7531EE-F728-4B8C-83ED-2350449D62C9}">
      <dsp:nvSpPr>
        <dsp:cNvPr id="0" name=""/>
        <dsp:cNvSpPr/>
      </dsp:nvSpPr>
      <dsp:spPr>
        <a:xfrm>
          <a:off x="1078552" y="419280"/>
          <a:ext cx="1257841" cy="1257841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8066" tIns="12700" rIns="98066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1</a:t>
          </a:r>
        </a:p>
      </dsp:txBody>
      <dsp:txXfrm>
        <a:off x="1262759" y="603487"/>
        <a:ext cx="889427" cy="889427"/>
      </dsp:txXfrm>
    </dsp:sp>
    <dsp:sp modelId="{91FEDD44-94AA-4A11-889D-324C4FC329EB}">
      <dsp:nvSpPr>
        <dsp:cNvPr id="0" name=""/>
        <dsp:cNvSpPr/>
      </dsp:nvSpPr>
      <dsp:spPr>
        <a:xfrm>
          <a:off x="0" y="4192733"/>
          <a:ext cx="3414946" cy="72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accent2">
              <a:hueOff val="1288723"/>
              <a:satOff val="-3699"/>
              <a:lumOff val="-592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3C2E00-B61F-4E3D-8516-FA1A1744EEB3}">
      <dsp:nvSpPr>
        <dsp:cNvPr id="0" name=""/>
        <dsp:cNvSpPr/>
      </dsp:nvSpPr>
      <dsp:spPr>
        <a:xfrm>
          <a:off x="3756441" y="0"/>
          <a:ext cx="3414946" cy="4192805"/>
        </a:xfrm>
        <a:prstGeom prst="rect">
          <a:avLst/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6243" tIns="330200" rIns="266243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1900" kern="1200"/>
            <a:t>・自分のいる場所から近くのラーメン屋のみを探せる（そのラーメン屋の評価や動画を詳細に見れる）</a:t>
          </a:r>
          <a:endParaRPr lang="en-US" sz="1900" kern="1200"/>
        </a:p>
      </dsp:txBody>
      <dsp:txXfrm>
        <a:off x="3756441" y="1593265"/>
        <a:ext cx="3414946" cy="2515683"/>
      </dsp:txXfrm>
    </dsp:sp>
    <dsp:sp modelId="{CF764E69-3ADB-4752-A19A-03CC611B11C4}">
      <dsp:nvSpPr>
        <dsp:cNvPr id="0" name=""/>
        <dsp:cNvSpPr/>
      </dsp:nvSpPr>
      <dsp:spPr>
        <a:xfrm>
          <a:off x="4834993" y="419280"/>
          <a:ext cx="1257841" cy="1257841"/>
        </a:xfrm>
        <a:prstGeom prst="ellipse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accent2">
              <a:hueOff val="2577445"/>
              <a:satOff val="-7397"/>
              <a:lumOff val="-1184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8066" tIns="12700" rIns="98066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2</a:t>
          </a:r>
        </a:p>
      </dsp:txBody>
      <dsp:txXfrm>
        <a:off x="5019200" y="603487"/>
        <a:ext cx="889427" cy="889427"/>
      </dsp:txXfrm>
    </dsp:sp>
    <dsp:sp modelId="{E64E9ACC-55C8-4BAE-A867-C67B4EC1C314}">
      <dsp:nvSpPr>
        <dsp:cNvPr id="0" name=""/>
        <dsp:cNvSpPr/>
      </dsp:nvSpPr>
      <dsp:spPr>
        <a:xfrm>
          <a:off x="3756441" y="4192733"/>
          <a:ext cx="3414946" cy="72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accent2">
              <a:hueOff val="3866169"/>
              <a:satOff val="-11096"/>
              <a:lumOff val="-17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D6F34E-9BB6-4495-8D7A-6D5C05B7D94B}">
      <dsp:nvSpPr>
        <dsp:cNvPr id="0" name=""/>
        <dsp:cNvSpPr/>
      </dsp:nvSpPr>
      <dsp:spPr>
        <a:xfrm>
          <a:off x="7512882" y="0"/>
          <a:ext cx="3414946" cy="4192805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6243" tIns="330200" rIns="266243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1900" kern="1200"/>
            <a:t>・ラーメンや独自で行っている通販やお持ち帰り商品を購入できる</a:t>
          </a:r>
          <a:endParaRPr lang="en-US" sz="1900" kern="1200"/>
        </a:p>
      </dsp:txBody>
      <dsp:txXfrm>
        <a:off x="7512882" y="1593265"/>
        <a:ext cx="3414946" cy="2515683"/>
      </dsp:txXfrm>
    </dsp:sp>
    <dsp:sp modelId="{F89A172E-48AB-43B8-BDB0-9D76AB9BC4F8}">
      <dsp:nvSpPr>
        <dsp:cNvPr id="0" name=""/>
        <dsp:cNvSpPr/>
      </dsp:nvSpPr>
      <dsp:spPr>
        <a:xfrm>
          <a:off x="8591434" y="419280"/>
          <a:ext cx="1257841" cy="1257841"/>
        </a:xfrm>
        <a:prstGeom prst="ellipse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accent2">
              <a:hueOff val="5154891"/>
              <a:satOff val="-14794"/>
              <a:lumOff val="-2368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8066" tIns="12700" rIns="98066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3</a:t>
          </a:r>
        </a:p>
      </dsp:txBody>
      <dsp:txXfrm>
        <a:off x="8775641" y="603487"/>
        <a:ext cx="889427" cy="889427"/>
      </dsp:txXfrm>
    </dsp:sp>
    <dsp:sp modelId="{51081732-D5A1-425F-9056-4D0984230A81}">
      <dsp:nvSpPr>
        <dsp:cNvPr id="0" name=""/>
        <dsp:cNvSpPr/>
      </dsp:nvSpPr>
      <dsp:spPr>
        <a:xfrm>
          <a:off x="7512882" y="4192733"/>
          <a:ext cx="3414946" cy="72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084213-C63D-9B8D-A4D8-86F2244418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0F229B4-FCE0-380A-10ED-84E32DE2B1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8D1478-DDAD-745D-EE30-9635A046C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C3365-1D62-41A6-BAAF-94637F0EAF0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2FC15F-6BC9-BF9D-1869-53DF9EFA7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AFC715-D901-008B-BA01-1937392A1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A7E04-2E4C-4EAF-8D22-8C417DC78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9317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530700C-6078-24EF-6364-A278E3CC5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1D5C4B-DDA5-AE21-9D3A-ED670E988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E0BE50-5D69-C217-F773-AAD7BEF03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C3365-1D62-41A6-BAAF-94637F0EAF0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8C30A0-9F1C-D869-9E3A-D70F73FD4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C15816-F3F5-21FE-71B2-B6B9810B5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A7E04-2E4C-4EAF-8D22-8C417DC78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3241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27AE01-015A-8624-224A-866411D75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A4C547-2DD5-E925-55BD-FF752728C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3DDFFD-57AF-1508-C3D9-562BDD238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C3365-1D62-41A6-BAAF-94637F0EAF0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5FA6A7-819B-895D-6914-E24C52E70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E137DD-BA59-171F-50F6-4DC89193D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A7E04-2E4C-4EAF-8D22-8C417DC78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8753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D46B36-F588-C878-4575-38EA3BD1A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C618D0-AD3B-CF67-B090-4947649718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EEF1881-7E79-7101-B648-B18716A1C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20C4B8C-CC86-E395-DEA1-00F6FB935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C3365-1D62-41A6-BAAF-94637F0EAF0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9EFF08E-28E7-6933-F402-11996A190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747B23C-05ED-CAAF-A575-7923D2C22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A7E04-2E4C-4EAF-8D22-8C417DC78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133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9DD802-DDC1-C150-C681-4D84E0383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94E17D-2875-3361-46EB-BB0EA1832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B08562E-C399-560E-02DC-B82C4BD8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8F44334-38FB-10D7-50C4-E5E1367C8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9EA4CEE-0332-479F-4038-BE809B0B12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2DD4A7B-8F01-BF2F-481E-23865864E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C3365-1D62-41A6-BAAF-94637F0EAF0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B73D819-39E6-C072-DFBE-CD27BABA0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3070F6E-92D6-C4F7-BE17-628780B55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A7E04-2E4C-4EAF-8D22-8C417DC78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738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040E41-7148-04C2-9A22-4E0457965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D64ED08-D226-D255-5FA8-313005806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C3365-1D62-41A6-BAAF-94637F0EAF0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579783A-0EF8-A4B7-040B-8F8A80299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EF34FA5-B42E-28FD-C106-9698D7C1A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A7E04-2E4C-4EAF-8D22-8C417DC78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3329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713C812-CD1C-1770-1136-D94E299C8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C3365-1D62-41A6-BAAF-94637F0EAF0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879DECE-0159-43DF-81B1-EDD1224CA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E0E177C-3E43-6C2A-898C-1AECB9B2D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A7E04-2E4C-4EAF-8D22-8C417DC78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4085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8403FD-F297-937D-B906-141159C05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C78E38D-4F97-EA27-8981-52A489656C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4981166-84E2-CFEA-7EA1-632D0088A8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67C2A63-32BA-0AF2-62B7-B32C93A19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C3365-1D62-41A6-BAAF-94637F0EAF0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8715B9B-BCCF-8710-16C3-E8049F331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16E2E02-4F14-C19C-3AD2-D7072A9D3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A7E04-2E4C-4EAF-8D22-8C417DC78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4031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8AAF51-91DE-0FDF-BC7F-4FC740E98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1C9D0C4-EC12-5AED-8FAF-84D1B14044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D8352A0-5531-F3A4-60F7-D12F798510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E0EEC0-D12E-4BFC-57A5-86CDB4CDB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C3365-1D62-41A6-BAAF-94637F0EAF0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2FAA58C-3005-1575-D63B-7EAF473BD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95A993-8BCE-A829-27B0-4702BF40A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A7E04-2E4C-4EAF-8D22-8C417DC78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2481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E8311F-CFA6-CB42-2400-C40C4C794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59EF9CB-F7A7-3AAC-AE62-0AD0926AB4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086A95-4E73-07DE-EC9A-0302FC1CF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C3365-1D62-41A6-BAAF-94637F0EAF0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2CA818-77CE-3AC8-85E7-5D0F0CA78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95AC29-0DC7-9824-2F52-FBBBC86D8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A7E04-2E4C-4EAF-8D22-8C417DC78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1011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FF8E000-1B01-7E13-1879-CC84466F53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F961626-2D7E-8C6D-DF17-F6FC157DC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7C2065-2E21-93DE-FEAD-F8AF0C787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C3365-1D62-41A6-BAAF-94637F0EAF0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DB9EB0-3262-EDD2-B362-849DCFF57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73DE7C-3F20-1A9C-B012-53CC49633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A7E04-2E4C-4EAF-8D22-8C417DC78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2004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2CF50F5-6D93-0A4E-16DC-E2FFE6334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C1CE333-9A11-878D-3AA1-52967A68D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D2769C-E389-136F-3500-874E9050E3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7C3365-1D62-41A6-BAAF-94637F0EAF0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B980FFF-D8DD-B50D-CB2B-772691FE78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A509DE6-E7C6-C97B-1D54-490F48C5B5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FA7E04-2E4C-4EAF-8D22-8C417DC78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018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3534F23-FBE8-7F94-1DBC-D5C341A6AD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0338" y="3196916"/>
            <a:ext cx="3734014" cy="1009324"/>
          </a:xfrm>
        </p:spPr>
        <p:txBody>
          <a:bodyPr anchor="b">
            <a:normAutofit/>
          </a:bodyPr>
          <a:lstStyle/>
          <a:p>
            <a:pPr algn="l"/>
            <a:r>
              <a:rPr kumimoji="1" lang="ja-JP" altLang="en-US" sz="4400">
                <a:latin typeface="HGS行書体" panose="03000600000000000000" pitchFamily="66" charset="-128"/>
                <a:ea typeface="HGS行書体" panose="03000600000000000000" pitchFamily="66" charset="-128"/>
              </a:rPr>
              <a:t>麺スタグラム</a:t>
            </a:r>
            <a:endParaRPr kumimoji="1" lang="ja-JP" altLang="en-US" sz="44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A18F1EE-3958-107D-B067-487BF931DF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" r="5809" b="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09714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4CB74C5-35DB-1E5C-A46F-041DA4116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kumimoji="1" lang="ja-JP" altLang="en-US" sz="5400"/>
              <a:t>なぜ作ろうと思ったのか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12A07E5-081A-30FB-0F08-F9F2422C7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53169"/>
            <a:ext cx="10515600" cy="10186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ja-JP" altLang="en-US" sz="4800" dirty="0"/>
              <a:t>自分がラーメンを大好きだからです</a:t>
            </a:r>
          </a:p>
        </p:txBody>
      </p:sp>
    </p:spTree>
    <p:extLst>
      <p:ext uri="{BB962C8B-B14F-4D97-AF65-F5344CB8AC3E}">
        <p14:creationId xmlns:p14="http://schemas.microsoft.com/office/powerpoint/2010/main" val="657649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7F8E801-5E88-641A-6DE8-B9496D4CC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kumimoji="1" lang="ja-JP" altLang="en-US" sz="4000">
                <a:solidFill>
                  <a:srgbClr val="FFFFFF"/>
                </a:solidFill>
              </a:rPr>
              <a:t>どのようなアプリか</a:t>
            </a:r>
          </a:p>
        </p:txBody>
      </p:sp>
      <p:graphicFrame>
        <p:nvGraphicFramePr>
          <p:cNvPr id="26" name="コンテンツ プレースホルダー 2">
            <a:extLst>
              <a:ext uri="{FF2B5EF4-FFF2-40B4-BE49-F238E27FC236}">
                <a16:creationId xmlns:a16="http://schemas.microsoft.com/office/drawing/2014/main" id="{54824ECD-15F5-2EF5-F78D-CCA072DD5F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8682798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29508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A59AE61-8876-BD25-68C1-1FB5AA5D8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実機説明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9292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5D234F-8C2B-421F-9A42-97D457938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まとめ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62047FC-9426-9E55-737F-322A48159D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29108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</TotalTime>
  <Words>75</Words>
  <Application>Microsoft Office PowerPoint</Application>
  <PresentationFormat>ワイド画面</PresentationFormat>
  <Paragraphs>12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HGS行書体</vt:lpstr>
      <vt:lpstr>游ゴシック</vt:lpstr>
      <vt:lpstr>游ゴシック Light</vt:lpstr>
      <vt:lpstr>Arial</vt:lpstr>
      <vt:lpstr>Calibri</vt:lpstr>
      <vt:lpstr>Office テーマ</vt:lpstr>
      <vt:lpstr>麺スタグラム</vt:lpstr>
      <vt:lpstr>なぜ作ろうと思ったのか</vt:lpstr>
      <vt:lpstr>どのようなアプリか</vt:lpstr>
      <vt:lpstr>実機説明</vt:lpstr>
      <vt:lpstr>まとめ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みずき 鈴木</dc:creator>
  <cp:lastModifiedBy>鈴木 水稀(zeal23418011)</cp:lastModifiedBy>
  <cp:revision>4</cp:revision>
  <dcterms:created xsi:type="dcterms:W3CDTF">2026-05-13T02:34:45Z</dcterms:created>
  <dcterms:modified xsi:type="dcterms:W3CDTF">2026-07-15T01:02:44Z</dcterms:modified>
</cp:coreProperties>
</file>