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60815A-9881-49C7-9AA5-F2D01C21704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A7C937D-B951-4378-B5CD-2B6610175104}">
      <dgm:prSet/>
      <dgm:spPr/>
      <dgm:t>
        <a:bodyPr/>
        <a:lstStyle/>
        <a:p>
          <a:r>
            <a:rPr lang="ja-JP"/>
            <a:t>・</a:t>
          </a:r>
          <a:r>
            <a:rPr lang="en-US"/>
            <a:t>TikTok</a:t>
          </a:r>
          <a:r>
            <a:rPr lang="ja-JP"/>
            <a:t>のような形でラーメンの動画が見れる</a:t>
          </a:r>
          <a:endParaRPr lang="en-US"/>
        </a:p>
      </dgm:t>
    </dgm:pt>
    <dgm:pt modelId="{2265E988-8B7E-4DEC-A0D8-8838120C6B6F}" type="parTrans" cxnId="{E8F2C96E-8959-45F2-AC5E-DCA6C6EF4D39}">
      <dgm:prSet/>
      <dgm:spPr/>
      <dgm:t>
        <a:bodyPr/>
        <a:lstStyle/>
        <a:p>
          <a:endParaRPr lang="en-US"/>
        </a:p>
      </dgm:t>
    </dgm:pt>
    <dgm:pt modelId="{F1242CA9-C115-4EA8-A884-8F7156818ED7}" type="sibTrans" cxnId="{E8F2C96E-8959-45F2-AC5E-DCA6C6EF4D39}">
      <dgm:prSet/>
      <dgm:spPr/>
      <dgm:t>
        <a:bodyPr/>
        <a:lstStyle/>
        <a:p>
          <a:endParaRPr lang="en-US"/>
        </a:p>
      </dgm:t>
    </dgm:pt>
    <dgm:pt modelId="{A2649880-44BE-4CD0-9A55-9C4A7BD71262}">
      <dgm:prSet/>
      <dgm:spPr/>
      <dgm:t>
        <a:bodyPr/>
        <a:lstStyle/>
        <a:p>
          <a:r>
            <a:rPr lang="ja-JP"/>
            <a:t>・自分のいる場所から近くのラーメン屋のみを探せる（そのラーメン屋の評価や動画を詳細に見れる）</a:t>
          </a:r>
          <a:endParaRPr lang="en-US"/>
        </a:p>
      </dgm:t>
    </dgm:pt>
    <dgm:pt modelId="{A5CBC1C9-4BE8-40B5-B060-E81BEA28DA53}" type="parTrans" cxnId="{62A20DA7-6D54-4E04-B421-660E4A6E6A09}">
      <dgm:prSet/>
      <dgm:spPr/>
      <dgm:t>
        <a:bodyPr/>
        <a:lstStyle/>
        <a:p>
          <a:endParaRPr lang="en-US"/>
        </a:p>
      </dgm:t>
    </dgm:pt>
    <dgm:pt modelId="{5095B751-9F84-4D73-9102-8D66FA9A68C1}" type="sibTrans" cxnId="{62A20DA7-6D54-4E04-B421-660E4A6E6A09}">
      <dgm:prSet/>
      <dgm:spPr/>
      <dgm:t>
        <a:bodyPr/>
        <a:lstStyle/>
        <a:p>
          <a:endParaRPr lang="en-US"/>
        </a:p>
      </dgm:t>
    </dgm:pt>
    <dgm:pt modelId="{733B13A1-6338-45BD-A245-8CC27AED7FE1}">
      <dgm:prSet/>
      <dgm:spPr/>
      <dgm:t>
        <a:bodyPr/>
        <a:lstStyle/>
        <a:p>
          <a:r>
            <a:rPr lang="ja-JP"/>
            <a:t>・ラーメンや独自で行っている通販やお持ち帰り商品を購入できる</a:t>
          </a:r>
          <a:endParaRPr lang="en-US"/>
        </a:p>
      </dgm:t>
    </dgm:pt>
    <dgm:pt modelId="{FF6F9D51-F256-430B-8635-D9EF786A9E1F}" type="parTrans" cxnId="{D4BB7633-51AE-4575-AC3E-920C8C75726C}">
      <dgm:prSet/>
      <dgm:spPr/>
      <dgm:t>
        <a:bodyPr/>
        <a:lstStyle/>
        <a:p>
          <a:endParaRPr lang="en-US"/>
        </a:p>
      </dgm:t>
    </dgm:pt>
    <dgm:pt modelId="{2B7A7912-DB80-4C47-9213-B9F363C3B5FA}" type="sibTrans" cxnId="{D4BB7633-51AE-4575-AC3E-920C8C75726C}">
      <dgm:prSet/>
      <dgm:spPr/>
      <dgm:t>
        <a:bodyPr/>
        <a:lstStyle/>
        <a:p>
          <a:endParaRPr lang="en-US"/>
        </a:p>
      </dgm:t>
    </dgm:pt>
    <dgm:pt modelId="{483C5115-6054-4159-B853-8435DB37269A}" type="pres">
      <dgm:prSet presAssocID="{4960815A-9881-49C7-9AA5-F2D01C21704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2B6D28F-44AD-49DE-8C72-ED8B830D8130}" type="pres">
      <dgm:prSet presAssocID="{2A7C937D-B951-4378-B5CD-2B6610175104}" presName="hierRoot1" presStyleCnt="0"/>
      <dgm:spPr/>
    </dgm:pt>
    <dgm:pt modelId="{3F4724AA-A844-48CC-8229-B6A3FBF6CA7D}" type="pres">
      <dgm:prSet presAssocID="{2A7C937D-B951-4378-B5CD-2B6610175104}" presName="composite" presStyleCnt="0"/>
      <dgm:spPr/>
    </dgm:pt>
    <dgm:pt modelId="{8F05AC5A-681E-42FF-94A2-34F216DBA947}" type="pres">
      <dgm:prSet presAssocID="{2A7C937D-B951-4378-B5CD-2B6610175104}" presName="background" presStyleLbl="node0" presStyleIdx="0" presStyleCnt="3"/>
      <dgm:spPr/>
    </dgm:pt>
    <dgm:pt modelId="{D1DE3A7B-FB12-4445-9A39-77E32712FBEB}" type="pres">
      <dgm:prSet presAssocID="{2A7C937D-B951-4378-B5CD-2B6610175104}" presName="text" presStyleLbl="fgAcc0" presStyleIdx="0" presStyleCnt="3">
        <dgm:presLayoutVars>
          <dgm:chPref val="3"/>
        </dgm:presLayoutVars>
      </dgm:prSet>
      <dgm:spPr/>
    </dgm:pt>
    <dgm:pt modelId="{5859FC24-B777-4D6A-B76C-653FE278137D}" type="pres">
      <dgm:prSet presAssocID="{2A7C937D-B951-4378-B5CD-2B6610175104}" presName="hierChild2" presStyleCnt="0"/>
      <dgm:spPr/>
    </dgm:pt>
    <dgm:pt modelId="{9AE9B6FA-8408-4175-A6D8-0F9D0177889A}" type="pres">
      <dgm:prSet presAssocID="{A2649880-44BE-4CD0-9A55-9C4A7BD71262}" presName="hierRoot1" presStyleCnt="0"/>
      <dgm:spPr/>
    </dgm:pt>
    <dgm:pt modelId="{BE9E27BE-BF98-4D91-BD22-06B6A0A26DFD}" type="pres">
      <dgm:prSet presAssocID="{A2649880-44BE-4CD0-9A55-9C4A7BD71262}" presName="composite" presStyleCnt="0"/>
      <dgm:spPr/>
    </dgm:pt>
    <dgm:pt modelId="{16134A9E-D189-41A3-8413-E86E2EE09E10}" type="pres">
      <dgm:prSet presAssocID="{A2649880-44BE-4CD0-9A55-9C4A7BD71262}" presName="background" presStyleLbl="node0" presStyleIdx="1" presStyleCnt="3"/>
      <dgm:spPr/>
    </dgm:pt>
    <dgm:pt modelId="{3CBFA09C-4443-4984-B193-29309A03AFB7}" type="pres">
      <dgm:prSet presAssocID="{A2649880-44BE-4CD0-9A55-9C4A7BD71262}" presName="text" presStyleLbl="fgAcc0" presStyleIdx="1" presStyleCnt="3">
        <dgm:presLayoutVars>
          <dgm:chPref val="3"/>
        </dgm:presLayoutVars>
      </dgm:prSet>
      <dgm:spPr/>
    </dgm:pt>
    <dgm:pt modelId="{D0FC9B0F-A17E-41CF-8690-54350902C2C3}" type="pres">
      <dgm:prSet presAssocID="{A2649880-44BE-4CD0-9A55-9C4A7BD71262}" presName="hierChild2" presStyleCnt="0"/>
      <dgm:spPr/>
    </dgm:pt>
    <dgm:pt modelId="{7F07936F-57B4-4C93-8BDF-276292F0621A}" type="pres">
      <dgm:prSet presAssocID="{733B13A1-6338-45BD-A245-8CC27AED7FE1}" presName="hierRoot1" presStyleCnt="0"/>
      <dgm:spPr/>
    </dgm:pt>
    <dgm:pt modelId="{D87FCE61-BA39-4267-A888-7CFB2B0F3140}" type="pres">
      <dgm:prSet presAssocID="{733B13A1-6338-45BD-A245-8CC27AED7FE1}" presName="composite" presStyleCnt="0"/>
      <dgm:spPr/>
    </dgm:pt>
    <dgm:pt modelId="{9E219BCF-B998-499C-ADFD-EF293F1B45C4}" type="pres">
      <dgm:prSet presAssocID="{733B13A1-6338-45BD-A245-8CC27AED7FE1}" presName="background" presStyleLbl="node0" presStyleIdx="2" presStyleCnt="3"/>
      <dgm:spPr/>
    </dgm:pt>
    <dgm:pt modelId="{7A381A10-7892-4B7D-AC8A-7FC715648F71}" type="pres">
      <dgm:prSet presAssocID="{733B13A1-6338-45BD-A245-8CC27AED7FE1}" presName="text" presStyleLbl="fgAcc0" presStyleIdx="2" presStyleCnt="3">
        <dgm:presLayoutVars>
          <dgm:chPref val="3"/>
        </dgm:presLayoutVars>
      </dgm:prSet>
      <dgm:spPr/>
    </dgm:pt>
    <dgm:pt modelId="{44527BF5-34BE-472F-8D42-EE6EC957EF40}" type="pres">
      <dgm:prSet presAssocID="{733B13A1-6338-45BD-A245-8CC27AED7FE1}" presName="hierChild2" presStyleCnt="0"/>
      <dgm:spPr/>
    </dgm:pt>
  </dgm:ptLst>
  <dgm:cxnLst>
    <dgm:cxn modelId="{5C959B2A-C098-4A68-9B7E-0388D5EDF366}" type="presOf" srcId="{A2649880-44BE-4CD0-9A55-9C4A7BD71262}" destId="{3CBFA09C-4443-4984-B193-29309A03AFB7}" srcOrd="0" destOrd="0" presId="urn:microsoft.com/office/officeart/2005/8/layout/hierarchy1"/>
    <dgm:cxn modelId="{D4BB7633-51AE-4575-AC3E-920C8C75726C}" srcId="{4960815A-9881-49C7-9AA5-F2D01C217044}" destId="{733B13A1-6338-45BD-A245-8CC27AED7FE1}" srcOrd="2" destOrd="0" parTransId="{FF6F9D51-F256-430B-8635-D9EF786A9E1F}" sibTransId="{2B7A7912-DB80-4C47-9213-B9F363C3B5FA}"/>
    <dgm:cxn modelId="{FDC96767-C1E1-4014-A935-4DACD24ED8A6}" type="presOf" srcId="{4960815A-9881-49C7-9AA5-F2D01C217044}" destId="{483C5115-6054-4159-B853-8435DB37269A}" srcOrd="0" destOrd="0" presId="urn:microsoft.com/office/officeart/2005/8/layout/hierarchy1"/>
    <dgm:cxn modelId="{E8F2C96E-8959-45F2-AC5E-DCA6C6EF4D39}" srcId="{4960815A-9881-49C7-9AA5-F2D01C217044}" destId="{2A7C937D-B951-4378-B5CD-2B6610175104}" srcOrd="0" destOrd="0" parTransId="{2265E988-8B7E-4DEC-A0D8-8838120C6B6F}" sibTransId="{F1242CA9-C115-4EA8-A884-8F7156818ED7}"/>
    <dgm:cxn modelId="{3985F98D-3CF3-4E73-B5DF-6ACC2471EABA}" type="presOf" srcId="{733B13A1-6338-45BD-A245-8CC27AED7FE1}" destId="{7A381A10-7892-4B7D-AC8A-7FC715648F71}" srcOrd="0" destOrd="0" presId="urn:microsoft.com/office/officeart/2005/8/layout/hierarchy1"/>
    <dgm:cxn modelId="{62A20DA7-6D54-4E04-B421-660E4A6E6A09}" srcId="{4960815A-9881-49C7-9AA5-F2D01C217044}" destId="{A2649880-44BE-4CD0-9A55-9C4A7BD71262}" srcOrd="1" destOrd="0" parTransId="{A5CBC1C9-4BE8-40B5-B060-E81BEA28DA53}" sibTransId="{5095B751-9F84-4D73-9102-8D66FA9A68C1}"/>
    <dgm:cxn modelId="{2C23B1AA-5CD9-4A83-B25D-8B17544DC8C5}" type="presOf" srcId="{2A7C937D-B951-4378-B5CD-2B6610175104}" destId="{D1DE3A7B-FB12-4445-9A39-77E32712FBEB}" srcOrd="0" destOrd="0" presId="urn:microsoft.com/office/officeart/2005/8/layout/hierarchy1"/>
    <dgm:cxn modelId="{E8246AB8-D091-4D46-A9C4-991BB649C29E}" type="presParOf" srcId="{483C5115-6054-4159-B853-8435DB37269A}" destId="{F2B6D28F-44AD-49DE-8C72-ED8B830D8130}" srcOrd="0" destOrd="0" presId="urn:microsoft.com/office/officeart/2005/8/layout/hierarchy1"/>
    <dgm:cxn modelId="{FE30BB91-FBEF-47C8-9175-673023FC5D5D}" type="presParOf" srcId="{F2B6D28F-44AD-49DE-8C72-ED8B830D8130}" destId="{3F4724AA-A844-48CC-8229-B6A3FBF6CA7D}" srcOrd="0" destOrd="0" presId="urn:microsoft.com/office/officeart/2005/8/layout/hierarchy1"/>
    <dgm:cxn modelId="{179F2CB6-24A5-43B4-92AD-91B28DC61A56}" type="presParOf" srcId="{3F4724AA-A844-48CC-8229-B6A3FBF6CA7D}" destId="{8F05AC5A-681E-42FF-94A2-34F216DBA947}" srcOrd="0" destOrd="0" presId="urn:microsoft.com/office/officeart/2005/8/layout/hierarchy1"/>
    <dgm:cxn modelId="{F201D231-3D80-4B5B-AA7F-7478B69B1A95}" type="presParOf" srcId="{3F4724AA-A844-48CC-8229-B6A3FBF6CA7D}" destId="{D1DE3A7B-FB12-4445-9A39-77E32712FBEB}" srcOrd="1" destOrd="0" presId="urn:microsoft.com/office/officeart/2005/8/layout/hierarchy1"/>
    <dgm:cxn modelId="{8AF679C6-173C-48C8-A872-E166C3C39D2D}" type="presParOf" srcId="{F2B6D28F-44AD-49DE-8C72-ED8B830D8130}" destId="{5859FC24-B777-4D6A-B76C-653FE278137D}" srcOrd="1" destOrd="0" presId="urn:microsoft.com/office/officeart/2005/8/layout/hierarchy1"/>
    <dgm:cxn modelId="{27F309E0-B34C-4456-A69C-705B0D25218E}" type="presParOf" srcId="{483C5115-6054-4159-B853-8435DB37269A}" destId="{9AE9B6FA-8408-4175-A6D8-0F9D0177889A}" srcOrd="1" destOrd="0" presId="urn:microsoft.com/office/officeart/2005/8/layout/hierarchy1"/>
    <dgm:cxn modelId="{CC96279D-093A-4333-B9E2-D26A760023DD}" type="presParOf" srcId="{9AE9B6FA-8408-4175-A6D8-0F9D0177889A}" destId="{BE9E27BE-BF98-4D91-BD22-06B6A0A26DFD}" srcOrd="0" destOrd="0" presId="urn:microsoft.com/office/officeart/2005/8/layout/hierarchy1"/>
    <dgm:cxn modelId="{E8E2E70D-21CE-4A86-8FBA-020216F038A7}" type="presParOf" srcId="{BE9E27BE-BF98-4D91-BD22-06B6A0A26DFD}" destId="{16134A9E-D189-41A3-8413-E86E2EE09E10}" srcOrd="0" destOrd="0" presId="urn:microsoft.com/office/officeart/2005/8/layout/hierarchy1"/>
    <dgm:cxn modelId="{5A65A309-636B-478B-8F81-C7E297C49A8C}" type="presParOf" srcId="{BE9E27BE-BF98-4D91-BD22-06B6A0A26DFD}" destId="{3CBFA09C-4443-4984-B193-29309A03AFB7}" srcOrd="1" destOrd="0" presId="urn:microsoft.com/office/officeart/2005/8/layout/hierarchy1"/>
    <dgm:cxn modelId="{54306FB0-8180-4C78-BB79-3F7F81AC4492}" type="presParOf" srcId="{9AE9B6FA-8408-4175-A6D8-0F9D0177889A}" destId="{D0FC9B0F-A17E-41CF-8690-54350902C2C3}" srcOrd="1" destOrd="0" presId="urn:microsoft.com/office/officeart/2005/8/layout/hierarchy1"/>
    <dgm:cxn modelId="{CA609118-C824-496D-99F0-F81DCFC56793}" type="presParOf" srcId="{483C5115-6054-4159-B853-8435DB37269A}" destId="{7F07936F-57B4-4C93-8BDF-276292F0621A}" srcOrd="2" destOrd="0" presId="urn:microsoft.com/office/officeart/2005/8/layout/hierarchy1"/>
    <dgm:cxn modelId="{180D10AC-3F7C-4173-92D3-5D95D38AA31B}" type="presParOf" srcId="{7F07936F-57B4-4C93-8BDF-276292F0621A}" destId="{D87FCE61-BA39-4267-A888-7CFB2B0F3140}" srcOrd="0" destOrd="0" presId="urn:microsoft.com/office/officeart/2005/8/layout/hierarchy1"/>
    <dgm:cxn modelId="{4200A7C4-42DF-4B09-9A76-7A7AD7869F94}" type="presParOf" srcId="{D87FCE61-BA39-4267-A888-7CFB2B0F3140}" destId="{9E219BCF-B998-499C-ADFD-EF293F1B45C4}" srcOrd="0" destOrd="0" presId="urn:microsoft.com/office/officeart/2005/8/layout/hierarchy1"/>
    <dgm:cxn modelId="{16815BED-CF46-4ED1-B157-2CEE1C85412A}" type="presParOf" srcId="{D87FCE61-BA39-4267-A888-7CFB2B0F3140}" destId="{7A381A10-7892-4B7D-AC8A-7FC715648F71}" srcOrd="1" destOrd="0" presId="urn:microsoft.com/office/officeart/2005/8/layout/hierarchy1"/>
    <dgm:cxn modelId="{D120A681-38F1-4709-BE9D-A34ABB2C8832}" type="presParOf" srcId="{7F07936F-57B4-4C93-8BDF-276292F0621A}" destId="{44527BF5-34BE-472F-8D42-EE6EC957EF4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05AC5A-681E-42FF-94A2-34F216DBA947}">
      <dsp:nvSpPr>
        <dsp:cNvPr id="0" name=""/>
        <dsp:cNvSpPr/>
      </dsp:nvSpPr>
      <dsp:spPr>
        <a:xfrm>
          <a:off x="0" y="1081170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DE3A7B-FB12-4445-9A39-77E32712FBEB}">
      <dsp:nvSpPr>
        <dsp:cNvPr id="0" name=""/>
        <dsp:cNvSpPr/>
      </dsp:nvSpPr>
      <dsp:spPr>
        <a:xfrm>
          <a:off x="328612" y="1393352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700" kern="1200"/>
            <a:t>・</a:t>
          </a:r>
          <a:r>
            <a:rPr lang="en-US" sz="1700" kern="1200"/>
            <a:t>TikTok</a:t>
          </a:r>
          <a:r>
            <a:rPr lang="ja-JP" sz="1700" kern="1200"/>
            <a:t>のような形でラーメンの動画が見れる</a:t>
          </a:r>
          <a:endParaRPr lang="en-US" sz="1700" kern="1200"/>
        </a:p>
      </dsp:txBody>
      <dsp:txXfrm>
        <a:off x="383617" y="1448357"/>
        <a:ext cx="2847502" cy="1768010"/>
      </dsp:txXfrm>
    </dsp:sp>
    <dsp:sp modelId="{16134A9E-D189-41A3-8413-E86E2EE09E10}">
      <dsp:nvSpPr>
        <dsp:cNvPr id="0" name=""/>
        <dsp:cNvSpPr/>
      </dsp:nvSpPr>
      <dsp:spPr>
        <a:xfrm>
          <a:off x="3614737" y="1081170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BFA09C-4443-4984-B193-29309A03AFB7}">
      <dsp:nvSpPr>
        <dsp:cNvPr id="0" name=""/>
        <dsp:cNvSpPr/>
      </dsp:nvSpPr>
      <dsp:spPr>
        <a:xfrm>
          <a:off x="3943350" y="1393352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700" kern="1200"/>
            <a:t>・自分のいる場所から近くのラーメン屋のみを探せる（そのラーメン屋の評価や動画を詳細に見れる）</a:t>
          </a:r>
          <a:endParaRPr lang="en-US" sz="1700" kern="1200"/>
        </a:p>
      </dsp:txBody>
      <dsp:txXfrm>
        <a:off x="3998355" y="1448357"/>
        <a:ext cx="2847502" cy="1768010"/>
      </dsp:txXfrm>
    </dsp:sp>
    <dsp:sp modelId="{9E219BCF-B998-499C-ADFD-EF293F1B45C4}">
      <dsp:nvSpPr>
        <dsp:cNvPr id="0" name=""/>
        <dsp:cNvSpPr/>
      </dsp:nvSpPr>
      <dsp:spPr>
        <a:xfrm>
          <a:off x="7229475" y="1081170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381A10-7892-4B7D-AC8A-7FC715648F71}">
      <dsp:nvSpPr>
        <dsp:cNvPr id="0" name=""/>
        <dsp:cNvSpPr/>
      </dsp:nvSpPr>
      <dsp:spPr>
        <a:xfrm>
          <a:off x="7558087" y="1393352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700" kern="1200"/>
            <a:t>・ラーメンや独自で行っている通販やお持ち帰り商品を購入できる</a:t>
          </a:r>
          <a:endParaRPr lang="en-US" sz="1700" kern="1200"/>
        </a:p>
      </dsp:txBody>
      <dsp:txXfrm>
        <a:off x="7613092" y="1448357"/>
        <a:ext cx="2847502" cy="17680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084213-C63D-9B8D-A4D8-86F224441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0F229B4-FCE0-380A-10ED-84E32DE2B1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8D1478-DDAD-745D-EE30-9635A046C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C3365-1D62-41A6-BAAF-94637F0EAF0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2FC15F-6BC9-BF9D-1869-53DF9EFA7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AFC715-D901-008B-BA01-1937392A1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A7E04-2E4C-4EAF-8D22-8C417DC78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9317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30700C-6078-24EF-6364-A278E3CC5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51D5C4B-DDA5-AE21-9D3A-ED670E988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E0BE50-5D69-C217-F773-AAD7BEF03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C3365-1D62-41A6-BAAF-94637F0EAF0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8C30A0-9F1C-D869-9E3A-D70F73FD4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C15816-F3F5-21FE-71B2-B6B9810B5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A7E04-2E4C-4EAF-8D22-8C417DC78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3241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27AE01-015A-8624-224A-866411D75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A4C547-2DD5-E925-55BD-FF752728C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3DDFFD-57AF-1508-C3D9-562BDD238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C3365-1D62-41A6-BAAF-94637F0EAF0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5FA6A7-819B-895D-6914-E24C52E70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E137DD-BA59-171F-50F6-4DC89193D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A7E04-2E4C-4EAF-8D22-8C417DC78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8753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D46B36-F588-C878-4575-38EA3BD1A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C618D0-AD3B-CF67-B090-4947649718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EF1881-7E79-7101-B648-B18716A1C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20C4B8C-CC86-E395-DEA1-00F6FB935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C3365-1D62-41A6-BAAF-94637F0EAF0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EFF08E-28E7-6933-F402-11996A190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747B23C-05ED-CAAF-A575-7923D2C22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A7E04-2E4C-4EAF-8D22-8C417DC78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133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9DD802-DDC1-C150-C681-4D84E0383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94E17D-2875-3361-46EB-BB0EA1832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B08562E-C399-560E-02DC-B82C4BD86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8F44334-38FB-10D7-50C4-E5E1367C8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9EA4CEE-0332-479F-4038-BE809B0B1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2DD4A7B-8F01-BF2F-481E-23865864E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C3365-1D62-41A6-BAAF-94637F0EAF0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B73D819-39E6-C072-DFBE-CD27BABA0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3070F6E-92D6-C4F7-BE17-628780B55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A7E04-2E4C-4EAF-8D22-8C417DC78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738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040E41-7148-04C2-9A22-4E0457965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D64ED08-D226-D255-5FA8-313005806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C3365-1D62-41A6-BAAF-94637F0EAF0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579783A-0EF8-A4B7-040B-8F8A80299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F34FA5-B42E-28FD-C106-9698D7C1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A7E04-2E4C-4EAF-8D22-8C417DC78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3329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713C812-CD1C-1770-1136-D94E299C8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C3365-1D62-41A6-BAAF-94637F0EAF0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879DECE-0159-43DF-81B1-EDD1224CA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0E177C-3E43-6C2A-898C-1AECB9B2D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A7E04-2E4C-4EAF-8D22-8C417DC78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4085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8403FD-F297-937D-B906-141159C05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78E38D-4F97-EA27-8981-52A489656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4981166-84E2-CFEA-7EA1-632D0088A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67C2A63-32BA-0AF2-62B7-B32C93A19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C3365-1D62-41A6-BAAF-94637F0EAF0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715B9B-BCCF-8710-16C3-E8049F33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6E2E02-4F14-C19C-3AD2-D7072A9D3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A7E04-2E4C-4EAF-8D22-8C417DC78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4031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8AAF51-91DE-0FDF-BC7F-4FC740E98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1C9D0C4-EC12-5AED-8FAF-84D1B14044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8352A0-5531-F3A4-60F7-D12F79851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2E0EEC0-D12E-4BFC-57A5-86CDB4CDB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C3365-1D62-41A6-BAAF-94637F0EAF0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2FAA58C-3005-1575-D63B-7EAF473BD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95A993-8BCE-A829-27B0-4702BF40A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A7E04-2E4C-4EAF-8D22-8C417DC78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2481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E8311F-CFA6-CB42-2400-C40C4C794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59EF9CB-F7A7-3AAC-AE62-0AD0926AB4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086A95-4E73-07DE-EC9A-0302FC1CF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C3365-1D62-41A6-BAAF-94637F0EAF0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2CA818-77CE-3AC8-85E7-5D0F0CA78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95AC29-0DC7-9824-2F52-FBBBC86D8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A7E04-2E4C-4EAF-8D22-8C417DC78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1011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FF8E000-1B01-7E13-1879-CC84466F53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F961626-2D7E-8C6D-DF17-F6FC157DC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7C2065-2E21-93DE-FEAD-F8AF0C787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C3365-1D62-41A6-BAAF-94637F0EAF0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DB9EB0-3262-EDD2-B362-849DCFF5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73DE7C-3F20-1A9C-B012-53CC49633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A7E04-2E4C-4EAF-8D22-8C417DC78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004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2CF50F5-6D93-0A4E-16DC-E2FFE6334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1CE333-9A11-878D-3AA1-52967A68D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D2769C-E389-136F-3500-874E9050E3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7C3365-1D62-41A6-BAAF-94637F0EAF0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980FFF-D8DD-B50D-CB2B-772691FE78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509DE6-E7C6-C97B-1D54-490F48C5B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FA7E04-2E4C-4EAF-8D22-8C417DC78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018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3534F23-FBE8-7F94-1DBC-D5C341A6A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3196916"/>
            <a:ext cx="3734014" cy="1009324"/>
          </a:xfrm>
        </p:spPr>
        <p:txBody>
          <a:bodyPr anchor="b">
            <a:normAutofit/>
          </a:bodyPr>
          <a:lstStyle/>
          <a:p>
            <a:pPr algn="l"/>
            <a:r>
              <a:rPr kumimoji="1" lang="ja-JP" altLang="en-US" sz="4400" dirty="0">
                <a:latin typeface="HGS行書体" panose="03000600000000000000" pitchFamily="66" charset="-128"/>
                <a:ea typeface="HGS行書体" panose="03000600000000000000" pitchFamily="66" charset="-128"/>
              </a:rPr>
              <a:t>麺スタグラム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A18F1EE-3958-107D-B067-487BF931D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3" r="5809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09714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F8E801-5E88-641A-6DE8-B9496D4CC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kumimoji="1" lang="ja-JP" altLang="en-US" sz="5200"/>
              <a:t>どのようなアプリか</a:t>
            </a:r>
          </a:p>
        </p:txBody>
      </p:sp>
      <p:graphicFrame>
        <p:nvGraphicFramePr>
          <p:cNvPr id="26" name="コンテンツ プレースホルダー 2">
            <a:extLst>
              <a:ext uri="{FF2B5EF4-FFF2-40B4-BE49-F238E27FC236}">
                <a16:creationId xmlns:a16="http://schemas.microsoft.com/office/drawing/2014/main" id="{54824ECD-15F5-2EF5-F78D-CCA072DD5F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7582574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9508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9EF7D8-1292-DE44-B5CF-13C3170B5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３年時に行ったことの確認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F363DB-D64A-A438-6D2D-9E09AF98B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・企画書←パワーポイントで作成していなかった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・モックの作成←このまま進めて大丈夫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94644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79</Words>
  <Application>Microsoft Office PowerPoint</Application>
  <PresentationFormat>ワイド画面</PresentationFormat>
  <Paragraphs>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HGS行書体</vt:lpstr>
      <vt:lpstr>游ゴシック</vt:lpstr>
      <vt:lpstr>游ゴシック Light</vt:lpstr>
      <vt:lpstr>Arial</vt:lpstr>
      <vt:lpstr>Office テーマ</vt:lpstr>
      <vt:lpstr>麺スタグラム</vt:lpstr>
      <vt:lpstr>どのようなアプリか</vt:lpstr>
      <vt:lpstr>３年時に行ったことの確認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みずき 鈴木</dc:creator>
  <cp:lastModifiedBy>みずき 鈴木</cp:lastModifiedBy>
  <cp:revision>1</cp:revision>
  <dcterms:created xsi:type="dcterms:W3CDTF">2026-05-13T02:34:45Z</dcterms:created>
  <dcterms:modified xsi:type="dcterms:W3CDTF">2026-05-13T02:48:44Z</dcterms:modified>
</cp:coreProperties>
</file>